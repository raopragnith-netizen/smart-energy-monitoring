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Smart Energy Consumption Monitoring &amp; Prediction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Machine Learning Based Energy Optimization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Software-based energy monitoring system</a:t>
            </a:r>
          </a:p>
          <a:p>
            <a:pPr/>
            <a:r>
              <a:rPr sz="2400"/>
              <a:t>Uses historical electricity consumption data</a:t>
            </a:r>
          </a:p>
          <a:p>
            <a:pPr/>
            <a:r>
              <a:rPr sz="2400"/>
              <a:t>Predicts future usage using machine learning</a:t>
            </a:r>
          </a:p>
          <a:p>
            <a:pPr/>
            <a:r>
              <a:rPr sz="2400"/>
              <a:t>Helps reduce electricity cost and improve efficiency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Predict future electricity consumption</a:t>
            </a:r>
          </a:p>
          <a:p>
            <a:pPr/>
            <a:r>
              <a:rPr sz="2400"/>
              <a:t>Detect abnormal energy usage patterns</a:t>
            </a:r>
          </a:p>
          <a:p>
            <a:pPr/>
            <a:r>
              <a:rPr sz="2400"/>
              <a:t>Provide optimization recommendations</a:t>
            </a:r>
          </a:p>
          <a:p>
            <a:pPr/>
            <a:r>
              <a:rPr sz="2400"/>
              <a:t>Improve energy efficiency for households and industries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Time-Series Data: Energy usage depends on past usage</a:t>
            </a:r>
          </a:p>
          <a:p>
            <a:pPr/>
            <a:r>
              <a:rPr sz="2400"/>
              <a:t>Pattern Recognition: Detect daily, weekly, seasonal patterns</a:t>
            </a:r>
          </a:p>
          <a:p>
            <a:pPr/>
            <a:r>
              <a:rPr sz="2400"/>
              <a:t>Predictive Modeling using Machine Learning</a:t>
            </a:r>
          </a:p>
          <a:p>
            <a:pPr/>
            <a:r>
              <a:rPr sz="2400"/>
              <a:t>Optimization to reduce energy cost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Data Input Layer</a:t>
            </a:r>
          </a:p>
          <a:p>
            <a:pPr/>
            <a:r>
              <a:rPr sz="2400"/>
              <a:t>Data Processing Layer</a:t>
            </a:r>
          </a:p>
          <a:p>
            <a:pPr/>
            <a:r>
              <a:rPr sz="2400"/>
              <a:t>Machine Learning Layer</a:t>
            </a:r>
          </a:p>
          <a:p>
            <a:pPr/>
            <a:r>
              <a:rPr sz="2400"/>
              <a:t>Prediction &amp; Optimization Layer</a:t>
            </a:r>
          </a:p>
          <a:p>
            <a:pPr/>
            <a:r>
              <a:rPr sz="2400"/>
              <a:t>Web Dashboard Layer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Input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User uploads electricity consumption dataset</a:t>
            </a:r>
          </a:p>
          <a:p>
            <a:pPr/>
            <a:r>
              <a:rPr sz="2400"/>
              <a:t>CSV files or electricity bill records</a:t>
            </a:r>
          </a:p>
          <a:p>
            <a:pPr/>
            <a:r>
              <a:rPr sz="2400"/>
              <a:t>Smart meter exported datasets</a:t>
            </a:r>
          </a:p>
          <a:p>
            <a:pPr/>
            <a:r>
              <a:rPr sz="2400"/>
              <a:t>Historical usage data used for analysis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Cleaning incorrect values</a:t>
            </a:r>
          </a:p>
          <a:p>
            <a:pPr/>
            <a:r>
              <a:rPr sz="2400"/>
              <a:t>Handling missing data</a:t>
            </a:r>
          </a:p>
          <a:p>
            <a:pPr/>
            <a:r>
              <a:rPr sz="2400"/>
              <a:t>Feature extraction from date and time</a:t>
            </a:r>
          </a:p>
          <a:p>
            <a:pPr/>
            <a:r>
              <a:rPr sz="2400"/>
              <a:t>Creating lag features for time-series prediction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LSTM (Long Short-Term Memory) for time-series forecasting</a:t>
            </a:r>
          </a:p>
          <a:p>
            <a:pPr/>
            <a:r>
              <a:rPr sz="2400"/>
              <a:t>Linear Regression for bill estimation</a:t>
            </a:r>
          </a:p>
          <a:p>
            <a:pPr/>
            <a:r>
              <a:rPr sz="2400"/>
              <a:t>Anomaly Detection for abnormal usage identification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Prediction &amp;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Predict next day or next month consumption</a:t>
            </a:r>
          </a:p>
          <a:p>
            <a:pPr/>
            <a:r>
              <a:rPr sz="2400"/>
              <a:t>Estimate future electricity bill</a:t>
            </a:r>
          </a:p>
          <a:p>
            <a:pPr/>
            <a:r>
              <a:rPr sz="2400"/>
              <a:t>Compare predicted usage with budget limits</a:t>
            </a:r>
          </a:p>
          <a:p>
            <a:pPr/>
            <a:r>
              <a:rPr sz="2400"/>
              <a:t>Generate energy saving recommendations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Household Use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Predict monthly electricity consumption</a:t>
            </a:r>
          </a:p>
          <a:p>
            <a:pPr/>
            <a:r>
              <a:rPr sz="2400"/>
              <a:t>Identify peak usage hours</a:t>
            </a:r>
          </a:p>
          <a:p>
            <a:pPr/>
            <a:r>
              <a:rPr sz="2400"/>
              <a:t>Suggest appliance usage optimization</a:t>
            </a:r>
          </a:p>
          <a:p>
            <a:pPr/>
            <a:r>
              <a:rPr sz="2400"/>
              <a:t>Help families reduce electricity bills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Industrial Use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Predict peak load demand</a:t>
            </a:r>
          </a:p>
          <a:p>
            <a:pPr/>
            <a:r>
              <a:rPr sz="2400"/>
              <a:t>Avoid demand penalty charges</a:t>
            </a:r>
          </a:p>
          <a:p>
            <a:pPr/>
            <a:r>
              <a:rPr sz="2400"/>
              <a:t>Optimize machine usage scheduling</a:t>
            </a:r>
          </a:p>
          <a:p>
            <a:pPr/>
            <a:r>
              <a:rPr sz="2400"/>
              <a:t>Improve operational energy efficiency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Python – Machine Learning and Data Processing</a:t>
            </a:r>
          </a:p>
          <a:p>
            <a:pPr/>
            <a:r>
              <a:rPr sz="2400"/>
              <a:t>TensorFlow / Scikit-learn – ML Model Development</a:t>
            </a:r>
          </a:p>
          <a:p>
            <a:pPr/>
            <a:r>
              <a:rPr sz="2400"/>
              <a:t>Node.js + Express – Backend APIs</a:t>
            </a:r>
          </a:p>
          <a:p>
            <a:pPr/>
            <a:r>
              <a:rPr sz="2400"/>
              <a:t>HTML, CSS, JavaScript – Web Dashboard</a:t>
            </a:r>
          </a:p>
          <a:p>
            <a:pPr/>
            <a:r>
              <a:rPr sz="2400"/>
              <a:t>MongoDB – Data Storage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User uploads historical dataset</a:t>
            </a:r>
          </a:p>
          <a:p>
            <a:pPr/>
            <a:r>
              <a:rPr sz="2400"/>
              <a:t>Data preprocessing and cleaning</a:t>
            </a:r>
          </a:p>
          <a:p>
            <a:pPr/>
            <a:r>
              <a:rPr sz="2400"/>
              <a:t>Machine learning model training</a:t>
            </a:r>
          </a:p>
          <a:p>
            <a:pPr/>
            <a:r>
              <a:rPr sz="2400"/>
              <a:t>Prediction generation</a:t>
            </a:r>
          </a:p>
          <a:p>
            <a:pPr/>
            <a:r>
              <a:rPr sz="2400"/>
              <a:t>Dashboard visualization and recommendations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10–20% electricity cost reduction possible</a:t>
            </a:r>
          </a:p>
          <a:p>
            <a:pPr/>
            <a:r>
              <a:rPr sz="2400"/>
              <a:t>Better energy planning</a:t>
            </a:r>
          </a:p>
          <a:p>
            <a:pPr/>
            <a:r>
              <a:rPr sz="2400"/>
              <a:t>Detection of abnormal energy spikes</a:t>
            </a:r>
          </a:p>
          <a:p>
            <a:pPr/>
            <a:r>
              <a:rPr sz="2400"/>
              <a:t>Improved efficiency for industries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Environmental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Efficient energy consumption</a:t>
            </a:r>
          </a:p>
          <a:p>
            <a:pPr/>
            <a:r>
              <a:rPr sz="2400"/>
              <a:t>Reduced energy waste</a:t>
            </a:r>
          </a:p>
          <a:p>
            <a:pPr/>
            <a:r>
              <a:rPr sz="2400"/>
              <a:t>Lower carbon emissions</a:t>
            </a:r>
          </a:p>
          <a:p>
            <a:pPr/>
            <a:r>
              <a:rPr sz="2400"/>
              <a:t>Supports sustainable energy usage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AI-powered energy monitoring system</a:t>
            </a:r>
          </a:p>
          <a:p>
            <a:pPr/>
            <a:r>
              <a:rPr sz="2400"/>
              <a:t>Uses machine learning to predict future energy consumption</a:t>
            </a:r>
          </a:p>
          <a:p>
            <a:pPr/>
            <a:r>
              <a:rPr sz="2400"/>
              <a:t>Helps households and industries optimize energy usage</a:t>
            </a:r>
          </a:p>
          <a:p>
            <a:pPr/>
            <a:r>
              <a:rPr sz="2400"/>
              <a:t>Promotes cost savings and sustainability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